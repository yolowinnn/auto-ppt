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123950"/>
            <a:ext cx="109728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11192256" cy="600075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Siemens PP-AI 项目周报 — W21 进展</a:t>
            </a:r>
            <a:endParaRPr lang="en-US" sz="1200" dirty="0"/>
          </a:p>
          <a:p>
            <a:pPr algn="l" indent="0" marL="0">
              <a:spcAft>
                <a:spcPts val="2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spcAft>
                <a:spcPts val="24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2026-W21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11192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本周交付：拉线识别模型 v2 上线、产线节拍验证完成、客户验收会准备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38200" y="1943100"/>
            <a:ext cx="107442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模型上线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：拉线方向识别 v2 已部署至 Copper 产线，准确率从 88.2% 提升至 94.7%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节拍验证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：现场单工位平均推理延迟 312ms，满足 &lt; 500ms 节拍要求，无丢帧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客户准备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：完成 12 页验收报告初稿，含 100 份图纸盲测结果与归因分析</a:t>
            </a:r>
            <a:endParaRPr lang="en-US" sz="1500" dirty="0"/>
          </a:p>
          <a:p>
            <a:pPr algn="l" marL="342900" indent="-342900">
              <a:lnSpc>
                <a:spcPts val="2400"/>
              </a:lnSpc>
              <a:spcAft>
                <a:spcPts val="105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风险</a:t>
            </a:r>
            <a:pPr algn="l" indent="0" marL="0">
              <a:lnSpc>
                <a:spcPts val="2400"/>
              </a:lnSpc>
              <a:spcAft>
                <a:spcPts val="105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：边缘端模型缓存淘汰策略待优化，长时间运行内存占用偏高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600" y="6496050"/>
            <a:ext cx="29779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demo/output/wire_length_list.csv · summary.json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022407" y="6496050"/>
            <a:ext cx="2611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@ TaomoAI 2026. Business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123950"/>
            <a:ext cx="10972800" cy="0"/>
          </a:xfrm>
          <a:prstGeom prst="line">
            <a:avLst/>
          </a:prstGeom>
          <a:noFill/>
          <a:ln w="19050">
            <a:solidFill>
              <a:srgbClr val="00A8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11192256" cy="600075"/>
          </a:xfrm>
          <a:prstGeom prst="rect">
            <a:avLst/>
          </a:prstGeom>
          <a:noFill/>
          <a:ln/>
        </p:spPr>
        <p:txBody>
          <a:bodyPr wrap="square" lIns="0" tIns="0" rIns="0" bIns="152400" rtlCol="0" anchor="ctr"/>
          <a:lstStyle/>
          <a:p>
            <a:pPr algn="l" indent="0" marL="0"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Copper 产线本周关键指标</a:t>
            </a:r>
            <a:endParaRPr lang="en-US" sz="1200" dirty="0"/>
          </a:p>
          <a:p>
            <a:pPr algn="l" indent="0" marL="0">
              <a:spcAft>
                <a:spcPts val="2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spcAft>
                <a:spcPts val="2400"/>
              </a:spcAft>
              <a:buNone/>
            </a:pPr>
            <a:r>
              <a:rPr lang="en-US" sz="105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· 2026-05-26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1119225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三条核心指标全部达标，准确率突破 95%，延迟稳定低于客户要求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38200" y="1962150"/>
            <a:ext cx="30480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00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82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3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94.7%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拉线识别准确率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vs 上周 88.2% · +6.5pp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572000" y="1962150"/>
            <a:ext cx="3048000" cy="0"/>
          </a:xfrm>
          <a:prstGeom prst="line">
            <a:avLst/>
          </a:prstGeom>
          <a:noFill/>
          <a:ln w="38100">
            <a:solidFill>
              <a:srgbClr val="00A8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38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81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312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单工位推理延迟 (p50)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要求 &lt; 500ms · 通过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77200" y="1943100"/>
            <a:ext cx="3505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8305800" y="1962150"/>
            <a:ext cx="30480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77638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5800" y="3529012"/>
            <a:ext cx="3048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1963" y="2209800"/>
            <a:ext cx="0" cy="10572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7200" y="1943100"/>
            <a:ext cx="3575304" cy="1590675"/>
          </a:xfrm>
          <a:prstGeom prst="rect">
            <a:avLst/>
          </a:prstGeom>
          <a:noFill/>
          <a:ln/>
        </p:spPr>
        <p:txBody>
          <a:bodyPr wrap="square" lIns="228600" tIns="266700" rIns="228600" bIns="26670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1.8</a:t>
            </a:r>
            <a:pPr algn="l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GB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边缘端峰值内存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下周需优化缓存策略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3838575"/>
            <a:ext cx="1119225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说明：所有指标来自 5/19–5/25 真实生产数据；准确率基于 100 份盲测图纸；延迟为单帧端到端耗时 p50。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6467475"/>
            <a:ext cx="25828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100-图纸识别模型综合评估报告-0330.pdf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22407" y="6467475"/>
            <a:ext cx="2611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Copyright @ TaomoAI 2026. Business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2026-05-26T07:57:03Z</dcterms:created>
  <dcterms:modified xsi:type="dcterms:W3CDTF">2026-05-26T07:57:03Z</dcterms:modified>
</cp:coreProperties>
</file>